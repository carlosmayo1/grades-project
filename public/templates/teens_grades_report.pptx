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0"/>
    <p:restoredTop sz="94629"/>
  </p:normalViewPr>
  <p:slideViewPr>
    <p:cSldViewPr snapToGrid="0">
      <p:cViewPr varScale="1">
        <p:scale>
          <a:sx n="52" d="100"/>
          <a:sy n="52" d="100"/>
        </p:scale>
        <p:origin x="26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BEC3A97-1692-B7CE-274C-905CD3CF6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5566D1-0E69-E215-62F2-D0374EFE9D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ED596-37C0-3549-A58F-E7688118CF50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223BE7-30F2-15BF-913D-2FD8D7B285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6BFB12D-C654-6A99-4DA5-45E8E3C02E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C10D7-353D-404C-BAEA-4B4FCFC5EC0D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5180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5ADC2-B714-AE47-8614-4E9F0A148332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A36BB-8E2C-8141-A58D-786B0999406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96769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2846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642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231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5650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120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50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12572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048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507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535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0550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23F13-2984-6E49-A6AC-C2EFB6642D2F}" type="datetimeFigureOut">
              <a:rPr lang="es-PE" smtClean="0"/>
              <a:t>4/05/2026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61F4F-631E-454E-90C2-0A60C39A773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2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B0E48F6-A70E-4BC5-AF99-9AC394DF1D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7559675" cy="10697893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F37A2CD-26DF-4DC6-5226-CB5B31A695AD}"/>
              </a:ext>
            </a:extLst>
          </p:cNvPr>
          <p:cNvSpPr txBox="1">
            <a:spLocks/>
          </p:cNvSpPr>
          <p:nvPr/>
        </p:nvSpPr>
        <p:spPr>
          <a:xfrm>
            <a:off x="3519456" y="7754147"/>
            <a:ext cx="3248263" cy="15712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150000"/>
              </a:lnSpc>
            </a:pPr>
            <a:r>
              <a:rPr lang="es-PE" sz="1500" i="1" dirty="0">
                <a:solidFill>
                  <a:schemeClr val="bg1"/>
                </a:solidFill>
                <a:latin typeface="Lucida Sans" panose="020B0602030504020204" pitchFamily="34" charset="77"/>
              </a:rPr>
              <a:t>{</a:t>
            </a:r>
            <a:r>
              <a:rPr lang="es-PE" sz="1500" i="1" dirty="0" err="1">
                <a:solidFill>
                  <a:schemeClr val="bg1"/>
                </a:solidFill>
                <a:latin typeface="Lucida Sans" panose="020B0602030504020204" pitchFamily="34" charset="77"/>
              </a:rPr>
              <a:t>comments</a:t>
            </a:r>
            <a:r>
              <a:rPr lang="es-PE" sz="1500" i="1" dirty="0">
                <a:solidFill>
                  <a:schemeClr val="bg1"/>
                </a:solidFill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A0AB0B3-5C6A-85A8-C09B-4ED99CF8EA79}"/>
              </a:ext>
            </a:extLst>
          </p:cNvPr>
          <p:cNvSpPr txBox="1">
            <a:spLocks/>
          </p:cNvSpPr>
          <p:nvPr/>
        </p:nvSpPr>
        <p:spPr>
          <a:xfrm>
            <a:off x="3365402" y="3345054"/>
            <a:ext cx="2188342" cy="301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200000"/>
              </a:lnSpc>
            </a:pPr>
            <a:r>
              <a:rPr lang="es-PE" sz="1400" dirty="0">
                <a:latin typeface="Lucida Sans" panose="020B0602030504020204" pitchFamily="34" charset="77"/>
              </a:rPr>
              <a:t>{platform_01}</a:t>
            </a:r>
            <a:br>
              <a:rPr lang="es-PE" sz="1400" dirty="0">
                <a:latin typeface="Lucida Sans" panose="020B0602030504020204" pitchFamily="34" charset="77"/>
              </a:rPr>
            </a:br>
            <a:r>
              <a:rPr lang="es-PE" sz="1400" dirty="0">
                <a:latin typeface="Lucida Sans" panose="020B0602030504020204" pitchFamily="34" charset="77"/>
              </a:rPr>
              <a:t>{participation_01}</a:t>
            </a:r>
            <a:br>
              <a:rPr lang="es-PE" sz="1400" dirty="0">
                <a:latin typeface="Lucida Sans" panose="020B0602030504020204" pitchFamily="34" charset="77"/>
              </a:rPr>
            </a:br>
            <a:r>
              <a:rPr lang="es-PE" sz="1400" dirty="0">
                <a:latin typeface="Lucida Sans" panose="020B0602030504020204" pitchFamily="34" charset="77"/>
              </a:rPr>
              <a:t>{</a:t>
            </a:r>
            <a:r>
              <a:rPr lang="es-PE" sz="1400" dirty="0" err="1">
                <a:latin typeface="Lucida Sans" panose="020B0602030504020204" pitchFamily="34" charset="77"/>
              </a:rPr>
              <a:t>midterm</a:t>
            </a:r>
            <a:r>
              <a:rPr lang="es-PE" sz="1400" dirty="0">
                <a:latin typeface="Lucida Sans" panose="020B0602030504020204" pitchFamily="34" charset="77"/>
              </a:rPr>
              <a:t>}</a:t>
            </a:r>
            <a:br>
              <a:rPr lang="es-PE" sz="1400" dirty="0">
                <a:latin typeface="Lucida Sans" panose="020B0602030504020204" pitchFamily="34" charset="77"/>
              </a:rPr>
            </a:br>
            <a:r>
              <a:rPr lang="es-PE" sz="1400" dirty="0">
                <a:latin typeface="Lucida Sans" panose="020B0602030504020204" pitchFamily="34" charset="77"/>
              </a:rPr>
              <a:t>{</a:t>
            </a:r>
            <a:r>
              <a:rPr lang="es-PE" sz="1400" dirty="0" err="1">
                <a:latin typeface="Lucida Sans" panose="020B0602030504020204" pitchFamily="34" charset="77"/>
              </a:rPr>
              <a:t>project</a:t>
            </a:r>
            <a:r>
              <a:rPr lang="es-PE" sz="1400" dirty="0">
                <a:latin typeface="Lucida Sans" panose="020B0602030504020204" pitchFamily="34" charset="77"/>
              </a:rPr>
              <a:t>}</a:t>
            </a:r>
            <a:br>
              <a:rPr lang="es-PE" sz="1400" dirty="0">
                <a:latin typeface="Lucida Sans" panose="020B0602030504020204" pitchFamily="34" charset="77"/>
              </a:rPr>
            </a:br>
            <a:r>
              <a:rPr lang="es-PE" sz="1400" dirty="0">
                <a:latin typeface="Lucida Sans" panose="020B0602030504020204" pitchFamily="34" charset="77"/>
              </a:rPr>
              <a:t>{platform_02}</a:t>
            </a:r>
            <a:br>
              <a:rPr lang="es-PE" sz="1400" dirty="0">
                <a:latin typeface="Lucida Sans" panose="020B0602030504020204" pitchFamily="34" charset="77"/>
              </a:rPr>
            </a:br>
            <a:r>
              <a:rPr lang="es-PE" sz="1400" dirty="0">
                <a:latin typeface="Lucida Sans" panose="020B0602030504020204" pitchFamily="34" charset="77"/>
              </a:rPr>
              <a:t>{participation_02}</a:t>
            </a:r>
          </a:p>
          <a:p>
            <a:pPr marL="396000">
              <a:lnSpc>
                <a:spcPct val="200000"/>
              </a:lnSpc>
            </a:pPr>
            <a:r>
              <a:rPr lang="es-PE" sz="1400" dirty="0">
                <a:latin typeface="Lucida Sans" panose="020B0602030504020204" pitchFamily="34" charset="77"/>
              </a:rPr>
              <a:t>{</a:t>
            </a:r>
            <a:r>
              <a:rPr lang="es-PE" sz="1400" dirty="0" err="1">
                <a:latin typeface="Lucida Sans" panose="020B0602030504020204" pitchFamily="34" charset="77"/>
              </a:rPr>
              <a:t>final_exam</a:t>
            </a:r>
            <a:r>
              <a:rPr lang="es-PE" sz="1400" dirty="0"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DAB8C39-7A7D-D546-6997-5B92F5236FC1}"/>
              </a:ext>
            </a:extLst>
          </p:cNvPr>
          <p:cNvSpPr txBox="1">
            <a:spLocks/>
          </p:cNvSpPr>
          <p:nvPr/>
        </p:nvSpPr>
        <p:spPr>
          <a:xfrm>
            <a:off x="3519456" y="6497053"/>
            <a:ext cx="1880234" cy="2887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150000"/>
              </a:lnSpc>
            </a:pPr>
            <a:r>
              <a:rPr lang="es-PE" sz="1500" b="1" dirty="0">
                <a:latin typeface="Lucida Sans" panose="020B0602030504020204" pitchFamily="34" charset="77"/>
              </a:rPr>
              <a:t>{</a:t>
            </a:r>
            <a:r>
              <a:rPr lang="es-PE" sz="1500" b="1" dirty="0" err="1">
                <a:latin typeface="Lucida Sans" panose="020B0602030504020204" pitchFamily="34" charset="77"/>
              </a:rPr>
              <a:t>final_grade</a:t>
            </a:r>
            <a:r>
              <a:rPr lang="es-PE" sz="1500" b="1" dirty="0"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7D03673-9F53-A93C-2A47-317364D4D507}"/>
              </a:ext>
            </a:extLst>
          </p:cNvPr>
          <p:cNvSpPr txBox="1">
            <a:spLocks/>
          </p:cNvSpPr>
          <p:nvPr/>
        </p:nvSpPr>
        <p:spPr>
          <a:xfrm>
            <a:off x="5301783" y="6497053"/>
            <a:ext cx="1690917" cy="2887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6000">
              <a:lnSpc>
                <a:spcPct val="150000"/>
              </a:lnSpc>
            </a:pPr>
            <a:r>
              <a:rPr lang="es-PE" sz="1500" b="1" dirty="0">
                <a:latin typeface="Lucida Sans" panose="020B0602030504020204" pitchFamily="34" charset="77"/>
              </a:rPr>
              <a:t>Fail / Pass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035A7F1-D471-3A5D-C11D-7D739A109CC8}"/>
              </a:ext>
            </a:extLst>
          </p:cNvPr>
          <p:cNvSpPr txBox="1">
            <a:spLocks/>
          </p:cNvSpPr>
          <p:nvPr/>
        </p:nvSpPr>
        <p:spPr>
          <a:xfrm>
            <a:off x="498698" y="1541247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latin typeface="Lucida Sans" panose="020B0602030504020204" pitchFamily="34" charset="77"/>
              </a:rPr>
              <a:t>{student}</a:t>
            </a:r>
            <a:endParaRPr lang="es-PE" dirty="0">
              <a:solidFill>
                <a:schemeClr val="bg1"/>
              </a:solidFill>
              <a:latin typeface="Lucida Sans" panose="020B0602030504020204" pitchFamily="34" charset="77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80C0EBD9-CAE1-6B94-3E40-526ED41A5197}"/>
              </a:ext>
            </a:extLst>
          </p:cNvPr>
          <p:cNvSpPr txBox="1">
            <a:spLocks/>
          </p:cNvSpPr>
          <p:nvPr/>
        </p:nvSpPr>
        <p:spPr>
          <a:xfrm>
            <a:off x="3716167" y="1541247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{date}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476ADBF-A2AD-E9B0-99B4-F10E1AEEB6A5}"/>
              </a:ext>
            </a:extLst>
          </p:cNvPr>
          <p:cNvSpPr txBox="1">
            <a:spLocks/>
          </p:cNvSpPr>
          <p:nvPr/>
        </p:nvSpPr>
        <p:spPr>
          <a:xfrm>
            <a:off x="3716167" y="2152052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</a:t>
            </a:r>
            <a:r>
              <a:rPr lang="es-PE" dirty="0" err="1">
                <a:solidFill>
                  <a:schemeClr val="bg1"/>
                </a:solidFill>
                <a:latin typeface="Lucida Sans" panose="020B0602030504020204" pitchFamily="34" charset="77"/>
              </a:rPr>
              <a:t>teacher</a:t>
            </a:r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}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58E4BAE-193E-5212-E71B-69FF79AA75FE}"/>
              </a:ext>
            </a:extLst>
          </p:cNvPr>
          <p:cNvSpPr txBox="1">
            <a:spLocks/>
          </p:cNvSpPr>
          <p:nvPr/>
        </p:nvSpPr>
        <p:spPr>
          <a:xfrm>
            <a:off x="498698" y="2152052"/>
            <a:ext cx="3153798" cy="208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{</a:t>
            </a:r>
            <a:r>
              <a:rPr lang="es-PE" dirty="0" err="1">
                <a:solidFill>
                  <a:schemeClr val="bg1"/>
                </a:solidFill>
                <a:latin typeface="Lucida Sans" panose="020B0602030504020204" pitchFamily="34" charset="77"/>
              </a:rPr>
              <a:t>level</a:t>
            </a:r>
            <a:r>
              <a:rPr lang="es-PE" dirty="0">
                <a:solidFill>
                  <a:schemeClr val="bg1"/>
                </a:solidFill>
                <a:latin typeface="Lucida Sans" panose="020B0602030504020204" pitchFamily="34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2756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59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Lucida Sans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Catherine Milachay Ramírez</dc:creator>
  <cp:lastModifiedBy>Carlos Mayo</cp:lastModifiedBy>
  <cp:revision>10</cp:revision>
  <dcterms:created xsi:type="dcterms:W3CDTF">2025-05-13T01:40:48Z</dcterms:created>
  <dcterms:modified xsi:type="dcterms:W3CDTF">2026-05-04T18:46:51Z</dcterms:modified>
</cp:coreProperties>
</file>