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6"/>
    <p:restoredTop sz="94629"/>
  </p:normalViewPr>
  <p:slideViewPr>
    <p:cSldViewPr snapToGrid="0">
      <p:cViewPr varScale="1">
        <p:scale>
          <a:sx n="52" d="100"/>
          <a:sy n="52" d="100"/>
        </p:scale>
        <p:origin x="261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BEC3A97-1692-B7CE-274C-905CD3CF61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F5566D1-0E69-E215-62F2-D0374EFE9D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ED596-37C0-3549-A58F-E7688118CF50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223BE7-30F2-15BF-913D-2FD8D7B285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6BFB12D-C654-6A99-4DA5-45E8E3C02E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C10D7-353D-404C-BAEA-4B4FCFC5EC0D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6518047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5ADC2-B714-AE47-8614-4E9F0A148332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DA36BB-8E2C-8141-A58D-786B09994060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196769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1pPr>
    <a:lvl2pPr marL="497754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2pPr>
    <a:lvl3pPr marL="995507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3pPr>
    <a:lvl4pPr marL="1493261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4pPr>
    <a:lvl5pPr marL="1991015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5pPr>
    <a:lvl6pPr marL="2488768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6pPr>
    <a:lvl7pPr marL="2986522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7pPr>
    <a:lvl8pPr marL="3484275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8pPr>
    <a:lvl9pPr marL="3982029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62846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76427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2317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5650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21207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50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12572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40484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507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5352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20550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D23F13-2984-6E49-A6AC-C2EFB6642D2F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8225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8663205-A9C5-ED61-59B4-B7A70C95A2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6080"/>
            <a:ext cx="7559675" cy="10697893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AF37A2CD-26DF-4DC6-5226-CB5B31A695AD}"/>
              </a:ext>
            </a:extLst>
          </p:cNvPr>
          <p:cNvSpPr txBox="1">
            <a:spLocks/>
          </p:cNvSpPr>
          <p:nvPr/>
        </p:nvSpPr>
        <p:spPr>
          <a:xfrm>
            <a:off x="3779837" y="7920812"/>
            <a:ext cx="3247917" cy="12378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96000">
              <a:lnSpc>
                <a:spcPct val="150000"/>
              </a:lnSpc>
            </a:pPr>
            <a:r>
              <a:rPr lang="es-PE" sz="1500" i="1" dirty="0">
                <a:solidFill>
                  <a:schemeClr val="bg1"/>
                </a:solidFill>
                <a:latin typeface="Lucida Sans" panose="020B0602030504020204" pitchFamily="34" charset="77"/>
                <a:sym typeface="Wingdings" panose="05000000000000000000" pitchFamily="2" charset="2"/>
              </a:rPr>
              <a:t>{</a:t>
            </a:r>
            <a:r>
              <a:rPr lang="es-PE" sz="1500" i="1" dirty="0" err="1">
                <a:solidFill>
                  <a:schemeClr val="bg1"/>
                </a:solidFill>
                <a:latin typeface="Lucida Sans" panose="020B0602030504020204" pitchFamily="34" charset="77"/>
                <a:sym typeface="Wingdings" panose="05000000000000000000" pitchFamily="2" charset="2"/>
              </a:rPr>
              <a:t>comments</a:t>
            </a:r>
            <a:r>
              <a:rPr lang="es-PE" sz="1500" i="1" dirty="0">
                <a:solidFill>
                  <a:schemeClr val="bg1"/>
                </a:solidFill>
                <a:latin typeface="Lucida Sans" panose="020B0602030504020204" pitchFamily="34" charset="77"/>
                <a:sym typeface="Wingdings" panose="05000000000000000000" pitchFamily="2" charset="2"/>
              </a:rPr>
              <a:t>}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0A0AB0B3-5C6A-85A8-C09B-4ED99CF8EA79}"/>
              </a:ext>
            </a:extLst>
          </p:cNvPr>
          <p:cNvSpPr txBox="1">
            <a:spLocks/>
          </p:cNvSpPr>
          <p:nvPr/>
        </p:nvSpPr>
        <p:spPr>
          <a:xfrm>
            <a:off x="3455458" y="3487457"/>
            <a:ext cx="2189560" cy="283222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96000">
              <a:lnSpc>
                <a:spcPct val="200000"/>
              </a:lnSpc>
            </a:pPr>
            <a:r>
              <a:rPr lang="es-PE" sz="1400" dirty="0">
                <a:latin typeface="Lucida Sans" panose="020B0602030504020204" pitchFamily="34" charset="77"/>
              </a:rPr>
              <a:t>{evidence_01}</a:t>
            </a:r>
            <a:br>
              <a:rPr lang="es-PE" sz="1400" dirty="0">
                <a:latin typeface="Lucida Sans" panose="020B0602030504020204" pitchFamily="34" charset="77"/>
              </a:rPr>
            </a:br>
            <a:r>
              <a:rPr lang="es-PE" sz="1400" dirty="0">
                <a:latin typeface="Lucida Sans" panose="020B0602030504020204" pitchFamily="34" charset="77"/>
              </a:rPr>
              <a:t>{participation_01}</a:t>
            </a:r>
            <a:br>
              <a:rPr lang="es-PE" sz="1400" dirty="0">
                <a:latin typeface="Lucida Sans" panose="020B0602030504020204" pitchFamily="34" charset="77"/>
              </a:rPr>
            </a:br>
            <a:r>
              <a:rPr lang="es-PE" sz="1400" dirty="0">
                <a:latin typeface="Lucida Sans" panose="020B0602030504020204" pitchFamily="34" charset="77"/>
              </a:rPr>
              <a:t>{</a:t>
            </a:r>
            <a:r>
              <a:rPr lang="es-PE" sz="1400" dirty="0" err="1">
                <a:latin typeface="Lucida Sans" panose="020B0602030504020204" pitchFamily="34" charset="77"/>
              </a:rPr>
              <a:t>midterm</a:t>
            </a:r>
            <a:r>
              <a:rPr lang="es-PE" sz="1400" dirty="0">
                <a:latin typeface="Lucida Sans" panose="020B0602030504020204" pitchFamily="34" charset="77"/>
              </a:rPr>
              <a:t>}</a:t>
            </a:r>
            <a:br>
              <a:rPr lang="es-PE" sz="1400" dirty="0">
                <a:latin typeface="Lucida Sans" panose="020B0602030504020204" pitchFamily="34" charset="77"/>
              </a:rPr>
            </a:br>
            <a:r>
              <a:rPr lang="es-PE" sz="1400" dirty="0">
                <a:latin typeface="Lucida Sans" panose="020B0602030504020204" pitchFamily="34" charset="77"/>
              </a:rPr>
              <a:t>{</a:t>
            </a:r>
            <a:r>
              <a:rPr lang="es-PE" sz="1400" dirty="0" err="1">
                <a:latin typeface="Lucida Sans" panose="020B0602030504020204" pitchFamily="34" charset="77"/>
              </a:rPr>
              <a:t>project</a:t>
            </a:r>
            <a:r>
              <a:rPr lang="es-PE" sz="1400" dirty="0">
                <a:latin typeface="Lucida Sans" panose="020B0602030504020204" pitchFamily="34" charset="77"/>
              </a:rPr>
              <a:t>}</a:t>
            </a:r>
            <a:br>
              <a:rPr lang="es-PE" sz="1400" dirty="0">
                <a:latin typeface="Lucida Sans" panose="020B0602030504020204" pitchFamily="34" charset="77"/>
              </a:rPr>
            </a:br>
            <a:r>
              <a:rPr lang="es-PE" sz="1400" dirty="0">
                <a:latin typeface="Lucida Sans" panose="020B0602030504020204" pitchFamily="34" charset="77"/>
              </a:rPr>
              <a:t>{evidence_02}</a:t>
            </a:r>
            <a:br>
              <a:rPr lang="es-PE" sz="1400" dirty="0">
                <a:latin typeface="Lucida Sans" panose="020B0602030504020204" pitchFamily="34" charset="77"/>
              </a:rPr>
            </a:br>
            <a:r>
              <a:rPr lang="es-PE" sz="1400" dirty="0">
                <a:latin typeface="Lucida Sans" panose="020B0602030504020204" pitchFamily="34" charset="77"/>
              </a:rPr>
              <a:t>{participation_02}</a:t>
            </a:r>
          </a:p>
          <a:p>
            <a:pPr marL="396000">
              <a:lnSpc>
                <a:spcPct val="200000"/>
              </a:lnSpc>
            </a:pPr>
            <a:r>
              <a:rPr lang="es-PE" sz="1400" dirty="0">
                <a:latin typeface="Lucida Sans" panose="020B0602030504020204" pitchFamily="34" charset="77"/>
              </a:rPr>
              <a:t>{</a:t>
            </a:r>
            <a:r>
              <a:rPr lang="es-PE" sz="1400" dirty="0" err="1">
                <a:latin typeface="Lucida Sans" panose="020B0602030504020204" pitchFamily="34" charset="77"/>
              </a:rPr>
              <a:t>final_exam</a:t>
            </a:r>
            <a:r>
              <a:rPr lang="es-PE" sz="1400" dirty="0">
                <a:latin typeface="Lucida Sans" panose="020B0602030504020204" pitchFamily="34" charset="77"/>
              </a:rPr>
              <a:t>}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DAB8C39-7A7D-D546-6997-5B92F5236FC1}"/>
              </a:ext>
            </a:extLst>
          </p:cNvPr>
          <p:cNvSpPr txBox="1">
            <a:spLocks/>
          </p:cNvSpPr>
          <p:nvPr/>
        </p:nvSpPr>
        <p:spPr>
          <a:xfrm>
            <a:off x="3647602" y="6495770"/>
            <a:ext cx="1914997" cy="2887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96000">
              <a:lnSpc>
                <a:spcPct val="150000"/>
              </a:lnSpc>
            </a:pPr>
            <a:r>
              <a:rPr lang="es-PE" sz="1500" b="1" dirty="0">
                <a:latin typeface="Lucida Sans" panose="020B0602030504020204" pitchFamily="34" charset="77"/>
              </a:rPr>
              <a:t>{</a:t>
            </a:r>
            <a:r>
              <a:rPr lang="es-PE" sz="1500" b="1" dirty="0" err="1">
                <a:latin typeface="Lucida Sans" panose="020B0602030504020204" pitchFamily="34" charset="77"/>
              </a:rPr>
              <a:t>final_grade</a:t>
            </a:r>
            <a:r>
              <a:rPr lang="es-PE" sz="1500" b="1" dirty="0">
                <a:latin typeface="Lucida Sans" panose="020B0602030504020204" pitchFamily="34" charset="77"/>
              </a:rPr>
              <a:t>}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D7D03673-9F53-A93C-2A47-317364D4D507}"/>
              </a:ext>
            </a:extLst>
          </p:cNvPr>
          <p:cNvSpPr txBox="1">
            <a:spLocks/>
          </p:cNvSpPr>
          <p:nvPr/>
        </p:nvSpPr>
        <p:spPr>
          <a:xfrm>
            <a:off x="5301783" y="6497053"/>
            <a:ext cx="1690917" cy="2887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96000">
              <a:lnSpc>
                <a:spcPct val="150000"/>
              </a:lnSpc>
            </a:pPr>
            <a:r>
              <a:rPr lang="es-PE" sz="1500" b="1" dirty="0">
                <a:latin typeface="Lucida Sans" panose="020B0602030504020204" pitchFamily="34" charset="77"/>
              </a:rPr>
              <a:t>Fail / Pass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D035A7F1-D471-3A5D-C11D-7D739A109CC8}"/>
              </a:ext>
            </a:extLst>
          </p:cNvPr>
          <p:cNvSpPr txBox="1">
            <a:spLocks/>
          </p:cNvSpPr>
          <p:nvPr/>
        </p:nvSpPr>
        <p:spPr>
          <a:xfrm>
            <a:off x="498698" y="1541247"/>
            <a:ext cx="3153798" cy="2085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PE" dirty="0">
                <a:solidFill>
                  <a:schemeClr val="bg1"/>
                </a:solidFill>
                <a:latin typeface="Lucida Sans" panose="020B0602030504020204" pitchFamily="34" charset="77"/>
              </a:rPr>
              <a:t>{</a:t>
            </a:r>
            <a:r>
              <a:rPr lang="es-PE" dirty="0" err="1">
                <a:solidFill>
                  <a:schemeClr val="bg1"/>
                </a:solidFill>
                <a:latin typeface="Lucida Sans" panose="020B0602030504020204" pitchFamily="34" charset="77"/>
              </a:rPr>
              <a:t>student</a:t>
            </a:r>
            <a:r>
              <a:rPr lang="es-PE" dirty="0">
                <a:solidFill>
                  <a:schemeClr val="bg1"/>
                </a:solidFill>
                <a:latin typeface="Lucida Sans" panose="020B0602030504020204" pitchFamily="34" charset="77"/>
              </a:rPr>
              <a:t>}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80C0EBD9-CAE1-6B94-3E40-526ED41A5197}"/>
              </a:ext>
            </a:extLst>
          </p:cNvPr>
          <p:cNvSpPr txBox="1">
            <a:spLocks/>
          </p:cNvSpPr>
          <p:nvPr/>
        </p:nvSpPr>
        <p:spPr>
          <a:xfrm>
            <a:off x="3716167" y="1541247"/>
            <a:ext cx="3153798" cy="2085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PE" dirty="0">
                <a:solidFill>
                  <a:schemeClr val="bg1"/>
                </a:solidFill>
                <a:latin typeface="Lucida Sans" panose="020B0602030504020204" pitchFamily="34" charset="77"/>
              </a:rPr>
              <a:t>{date}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9476ADBF-A2AD-E9B0-99B4-F10E1AEEB6A5}"/>
              </a:ext>
            </a:extLst>
          </p:cNvPr>
          <p:cNvSpPr txBox="1">
            <a:spLocks/>
          </p:cNvSpPr>
          <p:nvPr/>
        </p:nvSpPr>
        <p:spPr>
          <a:xfrm>
            <a:off x="3716167" y="2152052"/>
            <a:ext cx="2189560" cy="2085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PE" dirty="0">
                <a:solidFill>
                  <a:schemeClr val="bg1"/>
                </a:solidFill>
                <a:latin typeface="Lucida Sans" panose="020B0602030504020204" pitchFamily="34" charset="77"/>
              </a:rPr>
              <a:t>{</a:t>
            </a:r>
            <a:r>
              <a:rPr lang="es-PE" dirty="0" err="1">
                <a:solidFill>
                  <a:schemeClr val="bg1"/>
                </a:solidFill>
                <a:latin typeface="Lucida Sans" panose="020B0602030504020204" pitchFamily="34" charset="77"/>
              </a:rPr>
              <a:t>teacher</a:t>
            </a:r>
            <a:r>
              <a:rPr lang="es-PE" dirty="0">
                <a:solidFill>
                  <a:schemeClr val="bg1"/>
                </a:solidFill>
                <a:latin typeface="Lucida Sans" panose="020B0602030504020204" pitchFamily="34" charset="77"/>
              </a:rPr>
              <a:t>}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B58E4BAE-193E-5212-E71B-69FF79AA75FE}"/>
              </a:ext>
            </a:extLst>
          </p:cNvPr>
          <p:cNvSpPr txBox="1">
            <a:spLocks/>
          </p:cNvSpPr>
          <p:nvPr/>
        </p:nvSpPr>
        <p:spPr>
          <a:xfrm>
            <a:off x="498698" y="2152052"/>
            <a:ext cx="3153798" cy="2085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PE" dirty="0">
                <a:solidFill>
                  <a:schemeClr val="bg1"/>
                </a:solidFill>
                <a:latin typeface="Lucida Sans" panose="020B0602030504020204" pitchFamily="34" charset="77"/>
              </a:rPr>
              <a:t>{</a:t>
            </a:r>
            <a:r>
              <a:rPr lang="es-PE" dirty="0" err="1">
                <a:solidFill>
                  <a:schemeClr val="bg1"/>
                </a:solidFill>
                <a:latin typeface="Lucida Sans" panose="020B0602030504020204" pitchFamily="34" charset="77"/>
              </a:rPr>
              <a:t>level</a:t>
            </a:r>
            <a:r>
              <a:rPr lang="es-PE" dirty="0">
                <a:solidFill>
                  <a:schemeClr val="bg1"/>
                </a:solidFill>
                <a:latin typeface="Lucida Sans" panose="020B0602030504020204" pitchFamily="34" charset="7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827565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245</TotalTime>
  <Words>59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Lucida Sans</vt:lpstr>
      <vt:lpstr>Tema de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Catherine Milachay Ramírez</dc:creator>
  <cp:lastModifiedBy>Carlos Mayo</cp:lastModifiedBy>
  <cp:revision>48</cp:revision>
  <dcterms:created xsi:type="dcterms:W3CDTF">2025-05-13T01:40:48Z</dcterms:created>
  <dcterms:modified xsi:type="dcterms:W3CDTF">2026-04-24T22:53:12Z</dcterms:modified>
</cp:coreProperties>
</file>