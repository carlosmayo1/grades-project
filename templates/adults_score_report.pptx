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1"/>
    <p:restoredTop sz="94629"/>
  </p:normalViewPr>
  <p:slideViewPr>
    <p:cSldViewPr snapToGrid="0">
      <p:cViewPr varScale="1">
        <p:scale>
          <a:sx n="52" d="100"/>
          <a:sy n="52" d="100"/>
        </p:scale>
        <p:origin x="28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BEC3A97-1692-B7CE-274C-905CD3CF6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5566D1-0E69-E215-62F2-D0374EFE9D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ED596-37C0-3549-A58F-E7688118CF50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223BE7-30F2-15BF-913D-2FD8D7B285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BFB12D-C654-6A99-4DA5-45E8E3C02E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C10D7-353D-404C-BAEA-4B4FCFC5EC0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5180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5ADC2-B714-AE47-8614-4E9F0A148332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A36BB-8E2C-8141-A58D-786B0999406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96769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284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642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231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565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120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50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257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04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507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535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055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2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0273914C-AEC4-DE7B-0C9E-6F11AB1F88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559675" cy="10697893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F37A2CD-26DF-4DC6-5226-CB5B31A695AD}"/>
              </a:ext>
            </a:extLst>
          </p:cNvPr>
          <p:cNvSpPr txBox="1">
            <a:spLocks/>
          </p:cNvSpPr>
          <p:nvPr/>
        </p:nvSpPr>
        <p:spPr>
          <a:xfrm>
            <a:off x="3779837" y="7807294"/>
            <a:ext cx="3323548" cy="13559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i="1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sz="1500" i="1" dirty="0" err="1">
                <a:solidFill>
                  <a:schemeClr val="bg1"/>
                </a:solidFill>
                <a:latin typeface="Lucida Sans" panose="020B0602030504020204" pitchFamily="34" charset="77"/>
              </a:rPr>
              <a:t>comments</a:t>
            </a:r>
            <a:r>
              <a:rPr lang="es-PE" sz="1500" i="1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A0AB0B3-5C6A-85A8-C09B-4ED99CF8EA79}"/>
              </a:ext>
            </a:extLst>
          </p:cNvPr>
          <p:cNvSpPr txBox="1">
            <a:spLocks/>
          </p:cNvSpPr>
          <p:nvPr/>
        </p:nvSpPr>
        <p:spPr>
          <a:xfrm>
            <a:off x="3381878" y="3625933"/>
            <a:ext cx="2264542" cy="29033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450" dirty="0">
                <a:latin typeface="Lucida Sans" panose="020B0602030504020204" pitchFamily="34" charset="77"/>
              </a:rPr>
              <a:t>{platform_01}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{participation_01}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{fast_test_01}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</a:t>
            </a:r>
            <a:r>
              <a:rPr lang="es-PE" sz="1450" dirty="0" err="1">
                <a:latin typeface="Lucida Sans" panose="020B0602030504020204" pitchFamily="34" charset="77"/>
              </a:rPr>
              <a:t>midterm</a:t>
            </a:r>
            <a:r>
              <a:rPr lang="es-PE" sz="1450" dirty="0">
                <a:latin typeface="Lucida Sans" panose="020B0602030504020204" pitchFamily="34" charset="77"/>
              </a:rPr>
              <a:t>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</a:t>
            </a:r>
            <a:r>
              <a:rPr lang="es-PE" sz="1450" dirty="0" err="1">
                <a:latin typeface="Lucida Sans" panose="020B0602030504020204" pitchFamily="34" charset="77"/>
              </a:rPr>
              <a:t>project</a:t>
            </a:r>
            <a:r>
              <a:rPr lang="es-PE" sz="1450" dirty="0">
                <a:latin typeface="Lucida Sans" panose="020B0602030504020204" pitchFamily="34" charset="77"/>
              </a:rPr>
              <a:t>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{platform_02}</a:t>
            </a:r>
          </a:p>
          <a:p>
            <a:pPr marL="396000">
              <a:lnSpc>
                <a:spcPct val="150000"/>
              </a:lnSpc>
            </a:pPr>
            <a:r>
              <a:rPr lang="es-PE" sz="1450" dirty="0">
                <a:latin typeface="Lucida Sans" panose="020B0602030504020204" pitchFamily="34" charset="77"/>
              </a:rPr>
              <a:t>{participation_02}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{fast_test_02}</a:t>
            </a:r>
            <a:br>
              <a:rPr lang="es-PE" sz="1450" dirty="0">
                <a:latin typeface="Lucida Sans" panose="020B0602030504020204" pitchFamily="34" charset="77"/>
              </a:rPr>
            </a:br>
            <a:r>
              <a:rPr lang="es-PE" sz="1450" dirty="0">
                <a:latin typeface="Lucida Sans" panose="020B0602030504020204" pitchFamily="34" charset="77"/>
              </a:rPr>
              <a:t>{</a:t>
            </a:r>
            <a:r>
              <a:rPr lang="es-PE" sz="1450" dirty="0" err="1">
                <a:latin typeface="Lucida Sans" panose="020B0602030504020204" pitchFamily="34" charset="77"/>
              </a:rPr>
              <a:t>final_exam</a:t>
            </a:r>
            <a:r>
              <a:rPr lang="es-PE" sz="1450" dirty="0"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DAB8C39-7A7D-D546-6997-5B92F5236FC1}"/>
              </a:ext>
            </a:extLst>
          </p:cNvPr>
          <p:cNvSpPr txBox="1">
            <a:spLocks/>
          </p:cNvSpPr>
          <p:nvPr/>
        </p:nvSpPr>
        <p:spPr>
          <a:xfrm>
            <a:off x="3525622" y="6513150"/>
            <a:ext cx="1930298" cy="288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b="1" dirty="0">
                <a:latin typeface="Lucida Sans" panose="020B0602030504020204" pitchFamily="34" charset="77"/>
              </a:rPr>
              <a:t>{</a:t>
            </a:r>
            <a:r>
              <a:rPr lang="es-PE" sz="1500" b="1" dirty="0" err="1">
                <a:latin typeface="Lucida Sans" panose="020B0602030504020204" pitchFamily="34" charset="77"/>
              </a:rPr>
              <a:t>final_grade</a:t>
            </a:r>
            <a:r>
              <a:rPr lang="es-PE" sz="1500" b="1" dirty="0"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7D03673-9F53-A93C-2A47-317364D4D507}"/>
              </a:ext>
            </a:extLst>
          </p:cNvPr>
          <p:cNvSpPr txBox="1">
            <a:spLocks/>
          </p:cNvSpPr>
          <p:nvPr/>
        </p:nvSpPr>
        <p:spPr>
          <a:xfrm>
            <a:off x="5301783" y="6497053"/>
            <a:ext cx="1690917" cy="288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b="1" dirty="0">
                <a:latin typeface="Lucida Sans" panose="020B0602030504020204" pitchFamily="34" charset="77"/>
              </a:rPr>
              <a:t>Fail / Pass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035A7F1-D471-3A5D-C11D-7D739A109CC8}"/>
              </a:ext>
            </a:extLst>
          </p:cNvPr>
          <p:cNvSpPr txBox="1">
            <a:spLocks/>
          </p:cNvSpPr>
          <p:nvPr/>
        </p:nvSpPr>
        <p:spPr>
          <a:xfrm>
            <a:off x="498698" y="1541247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student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0C0EBD9-CAE1-6B94-3E40-526ED41A5197}"/>
              </a:ext>
            </a:extLst>
          </p:cNvPr>
          <p:cNvSpPr txBox="1">
            <a:spLocks/>
          </p:cNvSpPr>
          <p:nvPr/>
        </p:nvSpPr>
        <p:spPr>
          <a:xfrm>
            <a:off x="3716167" y="1541247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{date}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476ADBF-A2AD-E9B0-99B4-F10E1AEEB6A5}"/>
              </a:ext>
            </a:extLst>
          </p:cNvPr>
          <p:cNvSpPr txBox="1">
            <a:spLocks/>
          </p:cNvSpPr>
          <p:nvPr/>
        </p:nvSpPr>
        <p:spPr>
          <a:xfrm>
            <a:off x="3716167" y="2152052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teacher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58E4BAE-193E-5212-E71B-69FF79AA75FE}"/>
              </a:ext>
            </a:extLst>
          </p:cNvPr>
          <p:cNvSpPr txBox="1">
            <a:spLocks/>
          </p:cNvSpPr>
          <p:nvPr/>
        </p:nvSpPr>
        <p:spPr>
          <a:xfrm>
            <a:off x="498698" y="2152052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level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2756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75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Lucida Sans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Milachay Ramírez</dc:creator>
  <cp:lastModifiedBy>Carlos Mayo</cp:lastModifiedBy>
  <cp:revision>7</cp:revision>
  <dcterms:created xsi:type="dcterms:W3CDTF">2025-05-13T01:40:48Z</dcterms:created>
  <dcterms:modified xsi:type="dcterms:W3CDTF">2026-04-24T22:56:58Z</dcterms:modified>
</cp:coreProperties>
</file>